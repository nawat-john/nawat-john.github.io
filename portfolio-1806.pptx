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10689336"/>
          </a:xfrm>
          <a:prstGeom prst="rect">
            <a:avLst/>
          </a:prstGeom>
          <a:solidFill>
            <a:srgbClr val="1A1411"/>
          </a:solidFill>
          <a:ln/>
        </p:spPr>
      </p:sp>
      <p:sp>
        <p:nvSpPr>
          <p:cNvPr id="3" name="Shape 1"/>
          <p:cNvSpPr/>
          <p:nvPr/>
        </p:nvSpPr>
        <p:spPr>
          <a:xfrm>
            <a:off x="544068" y="566928"/>
            <a:ext cx="1463040" cy="1691640"/>
          </a:xfrm>
          <a:prstGeom prst="roundRect">
            <a:avLst>
              <a:gd name="adj" fmla="val 6250"/>
            </a:avLst>
          </a:prstGeom>
          <a:ln w="15875">
            <a:solidFill>
              <a:srgbClr val="E8478A"/>
            </a:solidFill>
            <a:prstDash val="solid"/>
          </a:ln>
        </p:spPr>
      </p:sp>
      <p:pic>
        <p:nvPicPr>
          <p:cNvPr id="4" name="Image 0" descr="pho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4340" y="457200"/>
            <a:ext cx="1463040" cy="1691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4340" y="457200"/>
            <a:ext cx="1463040" cy="1691640"/>
          </a:xfrm>
          <a:prstGeom prst="roundRect">
            <a:avLst>
              <a:gd name="adj" fmla="val 6250"/>
            </a:avLst>
          </a:prstGeom>
          <a:ln w="22225">
            <a:solidFill>
              <a:srgbClr val="F7EF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92608" y="2423160"/>
            <a:ext cx="1746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4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92608" y="2670048"/>
            <a:ext cx="1746504" cy="0"/>
          </a:xfrm>
          <a:prstGeom prst="line">
            <a:avLst/>
          </a:prstGeom>
          <a:noFill/>
          <a:ln w="9525">
            <a:solidFill>
              <a:srgbClr val="3A2C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78892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nawatpim@gmail.com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088-864-5743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github.com/rainydayo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Nonthaburi, Thailand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92608" y="3886200"/>
            <a:ext cx="1746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4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2608" y="4133088"/>
            <a:ext cx="1746504" cy="0"/>
          </a:xfrm>
          <a:prstGeom prst="line">
            <a:avLst/>
          </a:prstGeom>
          <a:noFill/>
          <a:ln w="9525">
            <a:solidFill>
              <a:srgbClr val="3A2C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425196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B.Eng. Computer Engineering &amp; Digital Technology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92608" y="4800600"/>
            <a:ext cx="1746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Chulalongkorn University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92608" y="5038344"/>
            <a:ext cx="1746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9C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 · Year 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92608" y="5577840"/>
            <a:ext cx="1746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4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92608" y="5824728"/>
            <a:ext cx="1746504" cy="0"/>
          </a:xfrm>
          <a:prstGeom prst="line">
            <a:avLst/>
          </a:prstGeom>
          <a:noFill/>
          <a:ln w="9525">
            <a:solidFill>
              <a:srgbClr val="3A2C2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2608" y="596188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5C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frontend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92608" y="6163056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7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React · Figma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92608" y="6803136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5C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backend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92608" y="7004304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7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/ C# · Spring Boot · Go · Node.js · C++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92608" y="7644384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5C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ai &amp; data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92608" y="7845552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7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 · scikit-learn · Python · PostgreSQL · SQL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92608" y="8485632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5C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tools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92608" y="868680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7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· Blender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92608" y="9189720"/>
            <a:ext cx="1746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4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92608" y="9436608"/>
            <a:ext cx="1746504" cy="0"/>
          </a:xfrm>
          <a:prstGeom prst="line">
            <a:avLst/>
          </a:prstGeom>
          <a:noFill/>
          <a:ln w="9525">
            <a:solidFill>
              <a:srgbClr val="3A2C2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92608" y="955548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B59C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native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B59C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professional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697480" y="457200"/>
            <a:ext cx="4544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Nawat</a:t>
            </a:r>
            <a:endParaRPr lang="en-US" sz="3800" dirty="0"/>
          </a:p>
        </p:txBody>
      </p:sp>
      <p:sp>
        <p:nvSpPr>
          <p:cNvPr id="28" name="Text 25"/>
          <p:cNvSpPr/>
          <p:nvPr/>
        </p:nvSpPr>
        <p:spPr>
          <a:xfrm>
            <a:off x="2697480" y="1024128"/>
            <a:ext cx="4544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4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Pimolsathien</a:t>
            </a:r>
            <a:endParaRPr lang="en-US" sz="3800" dirty="0"/>
          </a:p>
        </p:txBody>
      </p:sp>
      <p:sp>
        <p:nvSpPr>
          <p:cNvPr id="29" name="Text 26"/>
          <p:cNvSpPr/>
          <p:nvPr/>
        </p:nvSpPr>
        <p:spPr>
          <a:xfrm>
            <a:off x="2697480" y="1691640"/>
            <a:ext cx="4544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C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 Engineer</a:t>
            </a:r>
            <a:pPr indent="0" marL="0">
              <a:buNone/>
            </a:pPr>
            <a:r>
              <a:rPr lang="en-US" sz="1000" dirty="0">
                <a:solidFill>
                  <a:srgbClr val="8A5C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building AI things, shipping web apps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697480" y="2148840"/>
            <a:ext cx="292608" cy="292608"/>
          </a:xfrm>
          <a:prstGeom prst="ellipse">
            <a:avLst/>
          </a:prstGeom>
          <a:solidFill>
            <a:srgbClr val="E8478A"/>
          </a:solidFill>
          <a:ln/>
        </p:spPr>
      </p:sp>
      <p:sp>
        <p:nvSpPr>
          <p:cNvPr id="31" name="Text 28"/>
          <p:cNvSpPr/>
          <p:nvPr/>
        </p:nvSpPr>
        <p:spPr>
          <a:xfrm>
            <a:off x="2697480" y="2148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108960" y="21031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900" dirty="0"/>
          </a:p>
        </p:txBody>
      </p:sp>
      <p:sp>
        <p:nvSpPr>
          <p:cNvPr id="33" name="Shape 30"/>
          <p:cNvSpPr/>
          <p:nvPr/>
        </p:nvSpPr>
        <p:spPr>
          <a:xfrm>
            <a:off x="4169664" y="2304288"/>
            <a:ext cx="3072384" cy="0"/>
          </a:xfrm>
          <a:prstGeom prst="line">
            <a:avLst/>
          </a:prstGeom>
          <a:noFill/>
          <a:ln w="9525">
            <a:solidFill>
              <a:srgbClr val="E3D6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697480" y="2606040"/>
            <a:ext cx="45445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E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third-year Computer Engineering student with a strong foundation in programming and web development, built through coursework and personal projects. Internships sharpened my website and SQL skills; since then I've expanded into machine learning, data analytics, IoT, cloud, and cyber security, plus desktop software and add-in development in C# and .NET. I like building things that are genuinely useful to the people who use them.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697480" y="4114800"/>
            <a:ext cx="292608" cy="292608"/>
          </a:xfrm>
          <a:prstGeom prst="ellipse">
            <a:avLst/>
          </a:prstGeom>
          <a:solidFill>
            <a:srgbClr val="E8478A"/>
          </a:solidFill>
          <a:ln/>
        </p:spPr>
      </p:sp>
      <p:sp>
        <p:nvSpPr>
          <p:cNvPr id="36" name="Text 33"/>
          <p:cNvSpPr/>
          <p:nvPr/>
        </p:nvSpPr>
        <p:spPr>
          <a:xfrm>
            <a:off x="269748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3108960" y="40690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900" dirty="0"/>
          </a:p>
        </p:txBody>
      </p:sp>
      <p:sp>
        <p:nvSpPr>
          <p:cNvPr id="38" name="Shape 35"/>
          <p:cNvSpPr/>
          <p:nvPr/>
        </p:nvSpPr>
        <p:spPr>
          <a:xfrm>
            <a:off x="4526280" y="4270248"/>
            <a:ext cx="2715768" cy="0"/>
          </a:xfrm>
          <a:prstGeom prst="line">
            <a:avLst/>
          </a:prstGeom>
          <a:noFill/>
          <a:ln w="9525">
            <a:solidFill>
              <a:srgbClr val="E3D6C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775204" y="4736592"/>
            <a:ext cx="0" cy="3557016"/>
          </a:xfrm>
          <a:prstGeom prst="line">
            <a:avLst/>
          </a:prstGeom>
          <a:noFill/>
          <a:ln w="12700">
            <a:solidFill>
              <a:srgbClr val="E3D6C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697480" y="4663440"/>
            <a:ext cx="155448" cy="155448"/>
          </a:xfrm>
          <a:prstGeom prst="ellipse">
            <a:avLst/>
          </a:prstGeom>
          <a:solidFill>
            <a:srgbClr val="E8478A"/>
          </a:solidFill>
          <a:ln/>
        </p:spPr>
      </p:sp>
      <p:sp>
        <p:nvSpPr>
          <p:cNvPr id="41" name="Text 38"/>
          <p:cNvSpPr/>
          <p:nvPr/>
        </p:nvSpPr>
        <p:spPr>
          <a:xfrm>
            <a:off x="3017520" y="45902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 Intern</a:t>
            </a:r>
            <a:pPr indent="0" marL="0">
              <a:buNone/>
            </a:pPr>
            <a:r>
              <a:rPr lang="en-US" sz="800" b="1" dirty="0">
                <a:solidFill>
                  <a:srgbClr val="E84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NOW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550408" y="4608576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5C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 2025 — PRESENT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3017520" y="4846320"/>
            <a:ext cx="4224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3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Muang Thai Life Assurance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3017520" y="5065776"/>
            <a:ext cx="42245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5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Building a sales-assistance chatbot to support agents &amp; customers.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5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Delivering additional engineering projects across the team.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2697480" y="5742432"/>
            <a:ext cx="155448" cy="1554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478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017520" y="5669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Developer (Intern / Part-time)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5550408" y="568756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5C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 2025 — SEP 2025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3017520" y="5925312"/>
            <a:ext cx="4224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3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Partner Co., Ltd.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3017520" y="6144768"/>
            <a:ext cx="42245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5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Developed desktop software products end to end.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5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Delivered complete, client-facing projects.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2697480" y="6821424"/>
            <a:ext cx="155448" cy="1554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478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017520" y="67482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Assistant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5550408" y="676656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5C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 2024 — MAR 2026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3017520" y="7004304"/>
            <a:ext cx="4224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3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Chulalongkorn Univ. — Logic · DSA · Frontend Dev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3017520" y="7223760"/>
            <a:ext cx="42245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5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Guided students, answered questions, graded assignments.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5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Returned as Frontend Dev TA for a 2nd term (Mar 2026).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2697480" y="7900416"/>
            <a:ext cx="155448" cy="1554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478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017520" y="78272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 Intern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5550408" y="7845552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5C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 2024 — JUL 2024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3017520" y="8083296"/>
            <a:ext cx="4224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3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NITMX Co., Ltd.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3017520" y="8302752"/>
            <a:ext cx="42245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5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Built website projects with the team.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5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Delivered presentations &amp; progress reports to mentors.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2697480" y="9098280"/>
            <a:ext cx="292608" cy="292608"/>
          </a:xfrm>
          <a:prstGeom prst="ellipse">
            <a:avLst/>
          </a:prstGeom>
          <a:solidFill>
            <a:srgbClr val="E8478A"/>
          </a:solidFill>
          <a:ln/>
        </p:spPr>
      </p:sp>
      <p:sp>
        <p:nvSpPr>
          <p:cNvPr id="61" name="Text 58"/>
          <p:cNvSpPr/>
          <p:nvPr/>
        </p:nvSpPr>
        <p:spPr>
          <a:xfrm>
            <a:off x="2697480" y="9098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300" dirty="0"/>
          </a:p>
        </p:txBody>
      </p:sp>
      <p:sp>
        <p:nvSpPr>
          <p:cNvPr id="62" name="Text 59"/>
          <p:cNvSpPr/>
          <p:nvPr/>
        </p:nvSpPr>
        <p:spPr>
          <a:xfrm>
            <a:off x="3108960" y="90525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</a:t>
            </a:r>
            <a:endParaRPr lang="en-US" sz="1900" dirty="0"/>
          </a:p>
        </p:txBody>
      </p:sp>
      <p:sp>
        <p:nvSpPr>
          <p:cNvPr id="63" name="Shape 60"/>
          <p:cNvSpPr/>
          <p:nvPr/>
        </p:nvSpPr>
        <p:spPr>
          <a:xfrm>
            <a:off x="4645152" y="9253728"/>
            <a:ext cx="2596896" cy="0"/>
          </a:xfrm>
          <a:prstGeom prst="line">
            <a:avLst/>
          </a:prstGeom>
          <a:noFill/>
          <a:ln w="9525">
            <a:solidFill>
              <a:srgbClr val="E3D6C7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697480" y="9601200"/>
            <a:ext cx="82296" cy="82296"/>
          </a:xfrm>
          <a:prstGeom prst="ellipse">
            <a:avLst/>
          </a:prstGeom>
          <a:solidFill>
            <a:srgbClr val="8A5C44"/>
          </a:solidFill>
          <a:ln/>
        </p:spPr>
      </p:sp>
      <p:sp>
        <p:nvSpPr>
          <p:cNvPr id="65" name="Text 62"/>
          <p:cNvSpPr/>
          <p:nvPr/>
        </p:nvSpPr>
        <p:spPr>
          <a:xfrm>
            <a:off x="2880360" y="9528048"/>
            <a:ext cx="20436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language models &amp; ML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4969764" y="9601200"/>
            <a:ext cx="82296" cy="82296"/>
          </a:xfrm>
          <a:prstGeom prst="ellipse">
            <a:avLst/>
          </a:prstGeom>
          <a:solidFill>
            <a:srgbClr val="8A5C44"/>
          </a:solidFill>
          <a:ln/>
        </p:spPr>
      </p:sp>
      <p:sp>
        <p:nvSpPr>
          <p:cNvPr id="67" name="Text 64"/>
          <p:cNvSpPr/>
          <p:nvPr/>
        </p:nvSpPr>
        <p:spPr>
          <a:xfrm>
            <a:off x="5152644" y="9528048"/>
            <a:ext cx="20436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web (Next.js)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2697480" y="9893808"/>
            <a:ext cx="82296" cy="82296"/>
          </a:xfrm>
          <a:prstGeom prst="ellipse">
            <a:avLst/>
          </a:prstGeom>
          <a:solidFill>
            <a:srgbClr val="8A5C44"/>
          </a:solidFill>
          <a:ln/>
        </p:spPr>
      </p:sp>
      <p:sp>
        <p:nvSpPr>
          <p:cNvPr id="69" name="Text 66"/>
          <p:cNvSpPr/>
          <p:nvPr/>
        </p:nvSpPr>
        <p:spPr>
          <a:xfrm>
            <a:off x="2880360" y="9820656"/>
            <a:ext cx="20436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&amp; add-ins (C#/.NET)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4969764" y="9893808"/>
            <a:ext cx="82296" cy="82296"/>
          </a:xfrm>
          <a:prstGeom prst="ellipse">
            <a:avLst/>
          </a:prstGeom>
          <a:solidFill>
            <a:srgbClr val="8A5C44"/>
          </a:solidFill>
          <a:ln/>
        </p:spPr>
      </p:sp>
      <p:sp>
        <p:nvSpPr>
          <p:cNvPr id="71" name="Text 68"/>
          <p:cNvSpPr/>
          <p:nvPr/>
        </p:nvSpPr>
        <p:spPr>
          <a:xfrm>
            <a:off x="5152644" y="9820656"/>
            <a:ext cx="20436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&amp; databases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2697480" y="10186416"/>
            <a:ext cx="82296" cy="82296"/>
          </a:xfrm>
          <a:prstGeom prst="ellipse">
            <a:avLst/>
          </a:prstGeom>
          <a:solidFill>
            <a:srgbClr val="8A5C44"/>
          </a:solidFill>
          <a:ln/>
        </p:spPr>
      </p:sp>
      <p:sp>
        <p:nvSpPr>
          <p:cNvPr id="73" name="Text 70"/>
          <p:cNvSpPr/>
          <p:nvPr/>
        </p:nvSpPr>
        <p:spPr>
          <a:xfrm>
            <a:off x="2880360" y="10113264"/>
            <a:ext cx="20436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containers (Docker)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4969764" y="10186416"/>
            <a:ext cx="82296" cy="82296"/>
          </a:xfrm>
          <a:prstGeom prst="ellipse">
            <a:avLst/>
          </a:prstGeom>
          <a:solidFill>
            <a:srgbClr val="8A5C44"/>
          </a:solidFill>
          <a:ln/>
        </p:spPr>
      </p:sp>
      <p:sp>
        <p:nvSpPr>
          <p:cNvPr id="75" name="Text 72"/>
          <p:cNvSpPr/>
          <p:nvPr/>
        </p:nvSpPr>
        <p:spPr>
          <a:xfrm>
            <a:off x="5152644" y="10113264"/>
            <a:ext cx="20436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modelling in Blender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2697480" y="10332720"/>
            <a:ext cx="4544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91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github.com/rainydayo  ·  nawatpim@gmail.com  ·  updated June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2026-06-17T14:54:13Z</dcterms:created>
  <dcterms:modified xsi:type="dcterms:W3CDTF">2026-06-17T14:54:13Z</dcterms:modified>
</cp:coreProperties>
</file>